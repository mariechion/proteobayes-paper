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DC1F96-BCFE-6908-39FA-07A4407E4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8EC1F2-50C1-D10A-1EA5-C309BEB7A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0D5A06-CD4C-3005-BCB7-3B6AB706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6CB47A-D03A-3E40-03EC-F0777157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39C7B9-CBD1-FD95-1DB1-01EEF3D6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14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746E3-009F-229C-0F24-B7CF7CE2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F231C0-CB9F-D907-2FB6-EF2A2AB0E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A9C8EF-C462-54D1-7695-47106AA9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F6F7AB-9632-631F-AA1B-5DDEF826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1B1E1A-CADE-4185-F2E8-F128D735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570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F3C83-203A-5BC2-BA2F-0B01A4EF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1C1959-CBA0-F17C-0D2B-B35DD499C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5F67A4-489A-4A35-F5C7-DCD85D01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06D407-06DD-2B75-7E2B-D6787EAD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6CC9F3-5F38-BD5B-9930-863601D6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D785D-5A6E-69BA-E245-4959B9A7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CDCBB1-BAE4-2F2A-A006-05E01DBFD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26F059-478E-F4E7-DDCC-92DBA12BF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6C584-1CC7-ACCB-F3C1-65711EB4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D50AF2-926C-C539-F0DE-224D4874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BD9D77-C470-50FF-8DF4-39B5D366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78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A6E26-0C83-6558-C450-6ADD8FBF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B286D1-4865-F5CE-3986-18907C0C3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B75749-7BF1-5A50-6662-EF2BC7D8C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D74C7E-6460-3FFF-78D5-994962239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5F5E78F-5856-9817-A156-DAB791EBF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7F3D75-9810-63EF-436A-D138E095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C5AC2C-F622-AC96-89A9-E0851DC6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521882-F17B-2C01-A563-C0B13948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2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C0549-B7C8-7F7C-D68A-C03C342D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9E2716-3270-2E96-4015-E485CB00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2180BB-AFA8-506D-B92E-DC1D7670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ACC229-F6E9-92A4-73A5-A81465B5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58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530EB86-FD67-022A-CD66-E51C087B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CCCA8A-9F86-4321-391A-79BA038C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4D46BC-189B-FA95-6299-52C83071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14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195D1-FACF-CAC5-FC86-492FA179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EA264-821A-D41C-7503-826E8418A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8EC8C2-734F-BBC9-FF64-4D6FEA9DD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569BBD-AD00-A036-3BBF-B619D208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3C8ABE-8D1A-1F95-D5FE-A61142B3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847E9B-6E01-B579-310D-5C3DF88A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93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D0A54-5A87-130E-3DCE-5667F7FF0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6C4CFE-EE90-DB80-D9D7-4FDE2E2EB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C126F9-0CC5-FCA8-F294-DDCB477D0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73ED74-DDC4-9E45-5E55-B83F993E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464DFF-2780-564E-B3E7-BE84D88F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D00676-1896-1284-2AB5-4492E18B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95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9A610-24E1-A575-F6A6-B21141BE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BCBE94-5220-7B64-B278-86D0350D9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C6BD3-C7BD-50BF-5B20-4754C112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49CDEF-D361-CD96-C5DE-F1FDC7E8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A49E8A-5755-B731-F223-DB5164F71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42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32474D-84D6-ED81-2CA5-CD5BB71B4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6ADCCB-ED49-3D70-D932-E6FDE429F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8A6FFF-2389-F345-2B3C-9E5D3871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3CB366-9402-E444-D69D-B16E1532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FFD872-DF65-8FD7-3421-392B9932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3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331066-1770-2475-85FF-DE9486A2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0B63FE-BF8F-4CE3-42F4-CDFAFD19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938CCA-C8DE-8F6D-007F-F581F3793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EDC42-629D-AB4C-AD03-E47D94F41DEC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4393E2-3D20-6158-91D9-FF98064E2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164ACF-40A5-0E28-069F-36663F241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EE703-3A9B-6A42-A640-4376F88B38D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34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F74CB697-0E9E-829F-93B7-DA0F9B2F603D}"/>
              </a:ext>
            </a:extLst>
          </p:cNvPr>
          <p:cNvSpPr txBox="1"/>
          <p:nvPr/>
        </p:nvSpPr>
        <p:spPr>
          <a:xfrm>
            <a:off x="344685" y="148053"/>
            <a:ext cx="2261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maxNA</a:t>
            </a:r>
            <a:r>
              <a:rPr lang="en-GB" sz="1400" dirty="0"/>
              <a:t> = 0.2, Mean to mu1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C794B90-44AA-4FBA-F804-8A3D8A6C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40" y="668438"/>
            <a:ext cx="2837351" cy="507696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6DA3479-846A-DED6-9886-6CBDA8D5420E}"/>
              </a:ext>
            </a:extLst>
          </p:cNvPr>
          <p:cNvSpPr txBox="1"/>
          <p:nvPr/>
        </p:nvSpPr>
        <p:spPr>
          <a:xfrm>
            <a:off x="3158129" y="132664"/>
            <a:ext cx="25480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maxNA</a:t>
            </a:r>
            <a:r>
              <a:rPr lang="en-GB" sz="1600" dirty="0"/>
              <a:t> = 0.2, Mean to mu2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ED3394B-31D0-D5AE-A1BF-B0528129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58129" y="663952"/>
            <a:ext cx="2839015" cy="50859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4048744-FBD8-CD4A-A407-1DD48F63F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7669" y="684281"/>
            <a:ext cx="2828070" cy="504527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B2384E0-9DD7-5E4C-C7E8-4E06C07BED9C}"/>
              </a:ext>
            </a:extLst>
          </p:cNvPr>
          <p:cNvSpPr txBox="1"/>
          <p:nvPr/>
        </p:nvSpPr>
        <p:spPr>
          <a:xfrm>
            <a:off x="6431827" y="135340"/>
            <a:ext cx="2379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maxNA</a:t>
            </a:r>
            <a:r>
              <a:rPr lang="en-GB" sz="1600" dirty="0"/>
              <a:t> = 1, Mean to mu2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FCD288-D071-8ABC-FF34-199EC2BC88C7}"/>
              </a:ext>
            </a:extLst>
          </p:cNvPr>
          <p:cNvSpPr txBox="1"/>
          <p:nvPr/>
        </p:nvSpPr>
        <p:spPr>
          <a:xfrm>
            <a:off x="9467561" y="124189"/>
            <a:ext cx="2379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/>
              <a:t>maxNA</a:t>
            </a:r>
            <a:r>
              <a:rPr lang="en-GB" sz="1600" dirty="0"/>
              <a:t> = 1, Mean to mu1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A0CC12B-980E-E9B1-7F67-1336B3C6DA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46264" y="668447"/>
            <a:ext cx="2833117" cy="5076945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11918EB-27FF-2CF7-43B3-5C5E6B2518BC}"/>
              </a:ext>
            </a:extLst>
          </p:cNvPr>
          <p:cNvCxnSpPr/>
          <p:nvPr/>
        </p:nvCxnSpPr>
        <p:spPr>
          <a:xfrm>
            <a:off x="56640" y="1873405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8412C47-6B80-955F-DDD1-4FBA21F9DD4E}"/>
              </a:ext>
            </a:extLst>
          </p:cNvPr>
          <p:cNvCxnSpPr/>
          <p:nvPr/>
        </p:nvCxnSpPr>
        <p:spPr>
          <a:xfrm>
            <a:off x="56640" y="2761785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723234B-F2A9-CE31-B8AB-2B06F779A091}"/>
              </a:ext>
            </a:extLst>
          </p:cNvPr>
          <p:cNvCxnSpPr/>
          <p:nvPr/>
        </p:nvCxnSpPr>
        <p:spPr>
          <a:xfrm>
            <a:off x="56639" y="4497658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EC3C049-5A8A-3EEB-6183-08F8D8AEF14A}"/>
              </a:ext>
            </a:extLst>
          </p:cNvPr>
          <p:cNvCxnSpPr/>
          <p:nvPr/>
        </p:nvCxnSpPr>
        <p:spPr>
          <a:xfrm>
            <a:off x="3159793" y="1873405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468D858B-A4A2-8B0A-C636-F8B046D79852}"/>
              </a:ext>
            </a:extLst>
          </p:cNvPr>
          <p:cNvCxnSpPr/>
          <p:nvPr/>
        </p:nvCxnSpPr>
        <p:spPr>
          <a:xfrm>
            <a:off x="3158129" y="2761785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E4D22C7-AF6C-51CB-B1FE-91C93EEDA224}"/>
              </a:ext>
            </a:extLst>
          </p:cNvPr>
          <p:cNvCxnSpPr/>
          <p:nvPr/>
        </p:nvCxnSpPr>
        <p:spPr>
          <a:xfrm>
            <a:off x="3158129" y="4497658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3E16EC6-F7FD-8C0D-6AF3-AFA42BF684F9}"/>
              </a:ext>
            </a:extLst>
          </p:cNvPr>
          <p:cNvCxnSpPr/>
          <p:nvPr/>
        </p:nvCxnSpPr>
        <p:spPr>
          <a:xfrm>
            <a:off x="6198388" y="4497658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03F9242-0242-D767-65B8-DF703BB17D6D}"/>
              </a:ext>
            </a:extLst>
          </p:cNvPr>
          <p:cNvCxnSpPr/>
          <p:nvPr/>
        </p:nvCxnSpPr>
        <p:spPr>
          <a:xfrm>
            <a:off x="6207669" y="2772936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6AB0FE1A-2DB9-3925-EACE-C1E284470D10}"/>
              </a:ext>
            </a:extLst>
          </p:cNvPr>
          <p:cNvCxnSpPr/>
          <p:nvPr/>
        </p:nvCxnSpPr>
        <p:spPr>
          <a:xfrm>
            <a:off x="6198387" y="1899424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6CF28D2-2FA9-FB36-811D-A79F960E73E6}"/>
              </a:ext>
            </a:extLst>
          </p:cNvPr>
          <p:cNvCxnSpPr/>
          <p:nvPr/>
        </p:nvCxnSpPr>
        <p:spPr>
          <a:xfrm>
            <a:off x="9238762" y="1888273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08D8DF3-62DE-13D3-7896-6C5C2BFF6FC0}"/>
              </a:ext>
            </a:extLst>
          </p:cNvPr>
          <p:cNvCxnSpPr/>
          <p:nvPr/>
        </p:nvCxnSpPr>
        <p:spPr>
          <a:xfrm>
            <a:off x="9246264" y="2761785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183B52A-B34F-5B40-D7C7-5C7127AAA898}"/>
              </a:ext>
            </a:extLst>
          </p:cNvPr>
          <p:cNvCxnSpPr/>
          <p:nvPr/>
        </p:nvCxnSpPr>
        <p:spPr>
          <a:xfrm>
            <a:off x="9246264" y="4497658"/>
            <a:ext cx="28373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716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28</Words>
  <Application>Microsoft Macintosh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Marie CHION</dc:creator>
  <cp:lastModifiedBy>Marie CHION</cp:lastModifiedBy>
  <cp:revision>4</cp:revision>
  <dcterms:created xsi:type="dcterms:W3CDTF">2025-01-24T17:46:13Z</dcterms:created>
  <dcterms:modified xsi:type="dcterms:W3CDTF">2025-01-24T19:20:20Z</dcterms:modified>
</cp:coreProperties>
</file>